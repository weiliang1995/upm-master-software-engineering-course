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F3869C-CB5B-412D-B999-EE494A2EFD6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4DBE501-B817-488A-B5CA-E6CC416F1977}">
      <dgm:prSet/>
      <dgm:spPr/>
      <dgm:t>
        <a:bodyPr/>
        <a:lstStyle/>
        <a:p>
          <a:r>
            <a:rPr lang="en-US"/>
            <a:t>Explain what is SQL.</a:t>
          </a:r>
        </a:p>
      </dgm:t>
    </dgm:pt>
    <dgm:pt modelId="{6979DD9F-B365-46BB-94DD-FB31AD961E1F}" type="parTrans" cxnId="{B2DB2ECE-8F5D-4905-B87B-ABF06BC61440}">
      <dgm:prSet/>
      <dgm:spPr/>
      <dgm:t>
        <a:bodyPr/>
        <a:lstStyle/>
        <a:p>
          <a:endParaRPr lang="en-US"/>
        </a:p>
      </dgm:t>
    </dgm:pt>
    <dgm:pt modelId="{9BD8B743-2A6F-4548-AC34-606A488A6E78}" type="sibTrans" cxnId="{B2DB2ECE-8F5D-4905-B87B-ABF06BC61440}">
      <dgm:prSet/>
      <dgm:spPr/>
      <dgm:t>
        <a:bodyPr/>
        <a:lstStyle/>
        <a:p>
          <a:endParaRPr lang="en-US"/>
        </a:p>
      </dgm:t>
    </dgm:pt>
    <dgm:pt modelId="{34A55BDC-B55D-4C0B-98FE-527275294664}">
      <dgm:prSet/>
      <dgm:spPr/>
      <dgm:t>
        <a:bodyPr/>
        <a:lstStyle/>
        <a:p>
          <a:r>
            <a:rPr lang="en-US"/>
            <a:t>Define a database using the SQL data definition</a:t>
          </a:r>
        </a:p>
      </dgm:t>
    </dgm:pt>
    <dgm:pt modelId="{07D7CC89-518D-4F3F-9128-FDE85611BF3A}" type="parTrans" cxnId="{4943C84A-83C4-4436-866D-F23C809AF208}">
      <dgm:prSet/>
      <dgm:spPr/>
      <dgm:t>
        <a:bodyPr/>
        <a:lstStyle/>
        <a:p>
          <a:endParaRPr lang="en-US"/>
        </a:p>
      </dgm:t>
    </dgm:pt>
    <dgm:pt modelId="{51F514A2-D395-448E-839B-4B5AC889D10C}" type="sibTrans" cxnId="{4943C84A-83C4-4436-866D-F23C809AF208}">
      <dgm:prSet/>
      <dgm:spPr/>
      <dgm:t>
        <a:bodyPr/>
        <a:lstStyle/>
        <a:p>
          <a:endParaRPr lang="en-US"/>
        </a:p>
      </dgm:t>
    </dgm:pt>
    <dgm:pt modelId="{6BBC976C-1977-46FA-BCDE-9BC5956154A7}">
      <dgm:prSet/>
      <dgm:spPr/>
      <dgm:t>
        <a:bodyPr/>
        <a:lstStyle/>
        <a:p>
          <a:r>
            <a:rPr lang="en-US"/>
            <a:t>Establish referential integrity using SQL</a:t>
          </a:r>
        </a:p>
      </dgm:t>
    </dgm:pt>
    <dgm:pt modelId="{C9B1D83D-662E-4109-8235-8EA63391B0E6}" type="parTrans" cxnId="{F44E1FB1-F231-4B13-AB9F-6AC1F31C9E92}">
      <dgm:prSet/>
      <dgm:spPr/>
      <dgm:t>
        <a:bodyPr/>
        <a:lstStyle/>
        <a:p>
          <a:endParaRPr lang="en-US"/>
        </a:p>
      </dgm:t>
    </dgm:pt>
    <dgm:pt modelId="{CD91BF79-F49B-4A4F-AC54-CE3A1064D86C}" type="sibTrans" cxnId="{F44E1FB1-F231-4B13-AB9F-6AC1F31C9E92}">
      <dgm:prSet/>
      <dgm:spPr/>
      <dgm:t>
        <a:bodyPr/>
        <a:lstStyle/>
        <a:p>
          <a:endParaRPr lang="en-US"/>
        </a:p>
      </dgm:t>
    </dgm:pt>
    <dgm:pt modelId="{117B32F4-8272-435B-B1A4-590706DF2B36}">
      <dgm:prSet/>
      <dgm:spPr/>
      <dgm:t>
        <a:bodyPr/>
        <a:lstStyle/>
        <a:p>
          <a:r>
            <a:rPr lang="en-US"/>
            <a:t>Grant or revoke privileges to access database or particular object within the database.</a:t>
          </a:r>
        </a:p>
      </dgm:t>
    </dgm:pt>
    <dgm:pt modelId="{F3758D75-CD0F-46FE-828C-A7707518CD12}" type="parTrans" cxnId="{F805608C-28CA-462D-BCFA-D2EBE771F6F7}">
      <dgm:prSet/>
      <dgm:spPr/>
      <dgm:t>
        <a:bodyPr/>
        <a:lstStyle/>
        <a:p>
          <a:endParaRPr lang="en-US"/>
        </a:p>
      </dgm:t>
    </dgm:pt>
    <dgm:pt modelId="{3A855294-D961-4336-A8CB-79F7F4E44E7F}" type="sibTrans" cxnId="{F805608C-28CA-462D-BCFA-D2EBE771F6F7}">
      <dgm:prSet/>
      <dgm:spPr/>
      <dgm:t>
        <a:bodyPr/>
        <a:lstStyle/>
        <a:p>
          <a:endParaRPr lang="en-US"/>
        </a:p>
      </dgm:t>
    </dgm:pt>
    <dgm:pt modelId="{AC0F20C8-0EC9-42F0-B368-64142D0AE7F2}" type="pres">
      <dgm:prSet presAssocID="{EDF3869C-CB5B-412D-B999-EE494A2EFD69}" presName="root" presStyleCnt="0">
        <dgm:presLayoutVars>
          <dgm:dir/>
          <dgm:resizeHandles val="exact"/>
        </dgm:presLayoutVars>
      </dgm:prSet>
      <dgm:spPr/>
    </dgm:pt>
    <dgm:pt modelId="{8021213F-4A9E-4F3A-BC31-52E72C3768C8}" type="pres">
      <dgm:prSet presAssocID="{64DBE501-B817-488A-B5CA-E6CC416F1977}" presName="compNode" presStyleCnt="0"/>
      <dgm:spPr/>
    </dgm:pt>
    <dgm:pt modelId="{125827DB-9960-4959-95EA-F5381E8E98BA}" type="pres">
      <dgm:prSet presAssocID="{64DBE501-B817-488A-B5CA-E6CC416F1977}" presName="bgRect" presStyleLbl="bgShp" presStyleIdx="0" presStyleCnt="4"/>
      <dgm:spPr/>
    </dgm:pt>
    <dgm:pt modelId="{B3C5697D-E122-40B0-8B42-9DF7FAAE67B7}" type="pres">
      <dgm:prSet presAssocID="{64DBE501-B817-488A-B5CA-E6CC416F19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25EBC1A-761B-488D-80BD-FD944E83E5E4}" type="pres">
      <dgm:prSet presAssocID="{64DBE501-B817-488A-B5CA-E6CC416F1977}" presName="spaceRect" presStyleCnt="0"/>
      <dgm:spPr/>
    </dgm:pt>
    <dgm:pt modelId="{8F0CDFAF-76D8-49AA-9A26-1760035D7865}" type="pres">
      <dgm:prSet presAssocID="{64DBE501-B817-488A-B5CA-E6CC416F1977}" presName="parTx" presStyleLbl="revTx" presStyleIdx="0" presStyleCnt="4">
        <dgm:presLayoutVars>
          <dgm:chMax val="0"/>
          <dgm:chPref val="0"/>
        </dgm:presLayoutVars>
      </dgm:prSet>
      <dgm:spPr/>
    </dgm:pt>
    <dgm:pt modelId="{743DC724-81C6-4808-AAC2-D74CD6302B37}" type="pres">
      <dgm:prSet presAssocID="{9BD8B743-2A6F-4548-AC34-606A488A6E78}" presName="sibTrans" presStyleCnt="0"/>
      <dgm:spPr/>
    </dgm:pt>
    <dgm:pt modelId="{1E6CEA33-384A-4A6C-AEA4-BC061934A423}" type="pres">
      <dgm:prSet presAssocID="{34A55BDC-B55D-4C0B-98FE-527275294664}" presName="compNode" presStyleCnt="0"/>
      <dgm:spPr/>
    </dgm:pt>
    <dgm:pt modelId="{88AA694B-AFFC-400C-AD92-FA75321F1B52}" type="pres">
      <dgm:prSet presAssocID="{34A55BDC-B55D-4C0B-98FE-527275294664}" presName="bgRect" presStyleLbl="bgShp" presStyleIdx="1" presStyleCnt="4"/>
      <dgm:spPr/>
    </dgm:pt>
    <dgm:pt modelId="{413364E3-355F-4F81-AA01-4A466354C698}" type="pres">
      <dgm:prSet presAssocID="{34A55BDC-B55D-4C0B-98FE-52727529466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C224886-2967-44F4-8DB8-1FD198ECF58E}" type="pres">
      <dgm:prSet presAssocID="{34A55BDC-B55D-4C0B-98FE-527275294664}" presName="spaceRect" presStyleCnt="0"/>
      <dgm:spPr/>
    </dgm:pt>
    <dgm:pt modelId="{E8EF5473-070D-4BD3-9B0A-C4CCCBE9C797}" type="pres">
      <dgm:prSet presAssocID="{34A55BDC-B55D-4C0B-98FE-527275294664}" presName="parTx" presStyleLbl="revTx" presStyleIdx="1" presStyleCnt="4">
        <dgm:presLayoutVars>
          <dgm:chMax val="0"/>
          <dgm:chPref val="0"/>
        </dgm:presLayoutVars>
      </dgm:prSet>
      <dgm:spPr/>
    </dgm:pt>
    <dgm:pt modelId="{464AC453-BEE0-4563-A599-7CE708DE5D00}" type="pres">
      <dgm:prSet presAssocID="{51F514A2-D395-448E-839B-4B5AC889D10C}" presName="sibTrans" presStyleCnt="0"/>
      <dgm:spPr/>
    </dgm:pt>
    <dgm:pt modelId="{EDC97189-3E41-4A6A-BCDA-BC3BA8BF4281}" type="pres">
      <dgm:prSet presAssocID="{6BBC976C-1977-46FA-BCDE-9BC5956154A7}" presName="compNode" presStyleCnt="0"/>
      <dgm:spPr/>
    </dgm:pt>
    <dgm:pt modelId="{7AA78834-24BD-4978-B8FB-ED90AB7EDD8E}" type="pres">
      <dgm:prSet presAssocID="{6BBC976C-1977-46FA-BCDE-9BC5956154A7}" presName="bgRect" presStyleLbl="bgShp" presStyleIdx="2" presStyleCnt="4"/>
      <dgm:spPr/>
    </dgm:pt>
    <dgm:pt modelId="{F60838AA-011A-4A6A-B621-BF5AC0254235}" type="pres">
      <dgm:prSet presAssocID="{6BBC976C-1977-46FA-BCDE-9BC5956154A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63D98E1-468F-42BC-981D-0BBCEB57F4C6}" type="pres">
      <dgm:prSet presAssocID="{6BBC976C-1977-46FA-BCDE-9BC5956154A7}" presName="spaceRect" presStyleCnt="0"/>
      <dgm:spPr/>
    </dgm:pt>
    <dgm:pt modelId="{600814DC-2D16-4EF8-ABE2-516CB364B03D}" type="pres">
      <dgm:prSet presAssocID="{6BBC976C-1977-46FA-BCDE-9BC5956154A7}" presName="parTx" presStyleLbl="revTx" presStyleIdx="2" presStyleCnt="4">
        <dgm:presLayoutVars>
          <dgm:chMax val="0"/>
          <dgm:chPref val="0"/>
        </dgm:presLayoutVars>
      </dgm:prSet>
      <dgm:spPr/>
    </dgm:pt>
    <dgm:pt modelId="{430AA65B-271A-4CB9-A163-56E6C63BB2F2}" type="pres">
      <dgm:prSet presAssocID="{CD91BF79-F49B-4A4F-AC54-CE3A1064D86C}" presName="sibTrans" presStyleCnt="0"/>
      <dgm:spPr/>
    </dgm:pt>
    <dgm:pt modelId="{6EAE59A3-5B47-4DF7-B680-5019C7FF0204}" type="pres">
      <dgm:prSet presAssocID="{117B32F4-8272-435B-B1A4-590706DF2B36}" presName="compNode" presStyleCnt="0"/>
      <dgm:spPr/>
    </dgm:pt>
    <dgm:pt modelId="{1792F718-0205-4CC1-B714-974A06E14732}" type="pres">
      <dgm:prSet presAssocID="{117B32F4-8272-435B-B1A4-590706DF2B36}" presName="bgRect" presStyleLbl="bgShp" presStyleIdx="3" presStyleCnt="4"/>
      <dgm:spPr/>
    </dgm:pt>
    <dgm:pt modelId="{09E89AE8-58C3-4C6B-BE39-B21577D015E0}" type="pres">
      <dgm:prSet presAssocID="{117B32F4-8272-435B-B1A4-590706DF2B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265F991-CAE9-41A9-8AC7-8CE507AA03C1}" type="pres">
      <dgm:prSet presAssocID="{117B32F4-8272-435B-B1A4-590706DF2B36}" presName="spaceRect" presStyleCnt="0"/>
      <dgm:spPr/>
    </dgm:pt>
    <dgm:pt modelId="{43C8554E-A6B5-4972-8089-031C93C699BE}" type="pres">
      <dgm:prSet presAssocID="{117B32F4-8272-435B-B1A4-590706DF2B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C101332-DC5A-4A12-A8BB-56940E4C1161}" type="presOf" srcId="{EDF3869C-CB5B-412D-B999-EE494A2EFD69}" destId="{AC0F20C8-0EC9-42F0-B368-64142D0AE7F2}" srcOrd="0" destOrd="0" presId="urn:microsoft.com/office/officeart/2018/2/layout/IconVerticalSolidList"/>
    <dgm:cxn modelId="{4943C84A-83C4-4436-866D-F23C809AF208}" srcId="{EDF3869C-CB5B-412D-B999-EE494A2EFD69}" destId="{34A55BDC-B55D-4C0B-98FE-527275294664}" srcOrd="1" destOrd="0" parTransId="{07D7CC89-518D-4F3F-9128-FDE85611BF3A}" sibTransId="{51F514A2-D395-448E-839B-4B5AC889D10C}"/>
    <dgm:cxn modelId="{F805608C-28CA-462D-BCFA-D2EBE771F6F7}" srcId="{EDF3869C-CB5B-412D-B999-EE494A2EFD69}" destId="{117B32F4-8272-435B-B1A4-590706DF2B36}" srcOrd="3" destOrd="0" parTransId="{F3758D75-CD0F-46FE-828C-A7707518CD12}" sibTransId="{3A855294-D961-4336-A8CB-79F7F4E44E7F}"/>
    <dgm:cxn modelId="{8932FBAA-2C51-4E7A-ACF8-1C819A749FD5}" type="presOf" srcId="{64DBE501-B817-488A-B5CA-E6CC416F1977}" destId="{8F0CDFAF-76D8-49AA-9A26-1760035D7865}" srcOrd="0" destOrd="0" presId="urn:microsoft.com/office/officeart/2018/2/layout/IconVerticalSolidList"/>
    <dgm:cxn modelId="{F44E1FB1-F231-4B13-AB9F-6AC1F31C9E92}" srcId="{EDF3869C-CB5B-412D-B999-EE494A2EFD69}" destId="{6BBC976C-1977-46FA-BCDE-9BC5956154A7}" srcOrd="2" destOrd="0" parTransId="{C9B1D83D-662E-4109-8235-8EA63391B0E6}" sibTransId="{CD91BF79-F49B-4A4F-AC54-CE3A1064D86C}"/>
    <dgm:cxn modelId="{7F3F74CB-E732-45C5-BF51-673B380667F4}" type="presOf" srcId="{117B32F4-8272-435B-B1A4-590706DF2B36}" destId="{43C8554E-A6B5-4972-8089-031C93C699BE}" srcOrd="0" destOrd="0" presId="urn:microsoft.com/office/officeart/2018/2/layout/IconVerticalSolidList"/>
    <dgm:cxn modelId="{B2DB2ECE-8F5D-4905-B87B-ABF06BC61440}" srcId="{EDF3869C-CB5B-412D-B999-EE494A2EFD69}" destId="{64DBE501-B817-488A-B5CA-E6CC416F1977}" srcOrd="0" destOrd="0" parTransId="{6979DD9F-B365-46BB-94DD-FB31AD961E1F}" sibTransId="{9BD8B743-2A6F-4548-AC34-606A488A6E78}"/>
    <dgm:cxn modelId="{F6ECC9F7-4AE1-4B38-ABDF-81917425ED52}" type="presOf" srcId="{34A55BDC-B55D-4C0B-98FE-527275294664}" destId="{E8EF5473-070D-4BD3-9B0A-C4CCCBE9C797}" srcOrd="0" destOrd="0" presId="urn:microsoft.com/office/officeart/2018/2/layout/IconVerticalSolidList"/>
    <dgm:cxn modelId="{909E31FB-AC90-4A92-8458-7A6CF74EF158}" type="presOf" srcId="{6BBC976C-1977-46FA-BCDE-9BC5956154A7}" destId="{600814DC-2D16-4EF8-ABE2-516CB364B03D}" srcOrd="0" destOrd="0" presId="urn:microsoft.com/office/officeart/2018/2/layout/IconVerticalSolidList"/>
    <dgm:cxn modelId="{391A47CE-FA2B-48AE-8E78-926892E09130}" type="presParOf" srcId="{AC0F20C8-0EC9-42F0-B368-64142D0AE7F2}" destId="{8021213F-4A9E-4F3A-BC31-52E72C3768C8}" srcOrd="0" destOrd="0" presId="urn:microsoft.com/office/officeart/2018/2/layout/IconVerticalSolidList"/>
    <dgm:cxn modelId="{27E7AE25-2CEF-443B-95A1-AE791CF9F4A0}" type="presParOf" srcId="{8021213F-4A9E-4F3A-BC31-52E72C3768C8}" destId="{125827DB-9960-4959-95EA-F5381E8E98BA}" srcOrd="0" destOrd="0" presId="urn:microsoft.com/office/officeart/2018/2/layout/IconVerticalSolidList"/>
    <dgm:cxn modelId="{B7D6C4A4-14D1-4A10-B8D3-A274E4907021}" type="presParOf" srcId="{8021213F-4A9E-4F3A-BC31-52E72C3768C8}" destId="{B3C5697D-E122-40B0-8B42-9DF7FAAE67B7}" srcOrd="1" destOrd="0" presId="urn:microsoft.com/office/officeart/2018/2/layout/IconVerticalSolidList"/>
    <dgm:cxn modelId="{C3512E0B-B154-4F87-8B01-B4D8E3241890}" type="presParOf" srcId="{8021213F-4A9E-4F3A-BC31-52E72C3768C8}" destId="{925EBC1A-761B-488D-80BD-FD944E83E5E4}" srcOrd="2" destOrd="0" presId="urn:microsoft.com/office/officeart/2018/2/layout/IconVerticalSolidList"/>
    <dgm:cxn modelId="{BC507DE8-3CFD-46FE-BF09-3BDD606AC5F3}" type="presParOf" srcId="{8021213F-4A9E-4F3A-BC31-52E72C3768C8}" destId="{8F0CDFAF-76D8-49AA-9A26-1760035D7865}" srcOrd="3" destOrd="0" presId="urn:microsoft.com/office/officeart/2018/2/layout/IconVerticalSolidList"/>
    <dgm:cxn modelId="{E94CD3E3-2155-44DC-BFE0-8F0E6197F5D4}" type="presParOf" srcId="{AC0F20C8-0EC9-42F0-B368-64142D0AE7F2}" destId="{743DC724-81C6-4808-AAC2-D74CD6302B37}" srcOrd="1" destOrd="0" presId="urn:microsoft.com/office/officeart/2018/2/layout/IconVerticalSolidList"/>
    <dgm:cxn modelId="{8B66CDE6-131D-4E82-9D36-02A217DDA51F}" type="presParOf" srcId="{AC0F20C8-0EC9-42F0-B368-64142D0AE7F2}" destId="{1E6CEA33-384A-4A6C-AEA4-BC061934A423}" srcOrd="2" destOrd="0" presId="urn:microsoft.com/office/officeart/2018/2/layout/IconVerticalSolidList"/>
    <dgm:cxn modelId="{5AD6877A-F237-4AC9-91D3-7265784BB35D}" type="presParOf" srcId="{1E6CEA33-384A-4A6C-AEA4-BC061934A423}" destId="{88AA694B-AFFC-400C-AD92-FA75321F1B52}" srcOrd="0" destOrd="0" presId="urn:microsoft.com/office/officeart/2018/2/layout/IconVerticalSolidList"/>
    <dgm:cxn modelId="{96EBC80F-CEB6-43FF-AA90-DC5F06D74B92}" type="presParOf" srcId="{1E6CEA33-384A-4A6C-AEA4-BC061934A423}" destId="{413364E3-355F-4F81-AA01-4A466354C698}" srcOrd="1" destOrd="0" presId="urn:microsoft.com/office/officeart/2018/2/layout/IconVerticalSolidList"/>
    <dgm:cxn modelId="{E4BDC9A1-FF90-4537-8026-CB3AA3BF5463}" type="presParOf" srcId="{1E6CEA33-384A-4A6C-AEA4-BC061934A423}" destId="{EC224886-2967-44F4-8DB8-1FD198ECF58E}" srcOrd="2" destOrd="0" presId="urn:microsoft.com/office/officeart/2018/2/layout/IconVerticalSolidList"/>
    <dgm:cxn modelId="{2181B859-FFD2-4521-9264-3101B0BE59B6}" type="presParOf" srcId="{1E6CEA33-384A-4A6C-AEA4-BC061934A423}" destId="{E8EF5473-070D-4BD3-9B0A-C4CCCBE9C797}" srcOrd="3" destOrd="0" presId="urn:microsoft.com/office/officeart/2018/2/layout/IconVerticalSolidList"/>
    <dgm:cxn modelId="{6A30CB34-C554-427E-80CC-0732F79E9C77}" type="presParOf" srcId="{AC0F20C8-0EC9-42F0-B368-64142D0AE7F2}" destId="{464AC453-BEE0-4563-A599-7CE708DE5D00}" srcOrd="3" destOrd="0" presId="urn:microsoft.com/office/officeart/2018/2/layout/IconVerticalSolidList"/>
    <dgm:cxn modelId="{1D81FACA-A965-4EE2-B86A-739AF37734DA}" type="presParOf" srcId="{AC0F20C8-0EC9-42F0-B368-64142D0AE7F2}" destId="{EDC97189-3E41-4A6A-BCDA-BC3BA8BF4281}" srcOrd="4" destOrd="0" presId="urn:microsoft.com/office/officeart/2018/2/layout/IconVerticalSolidList"/>
    <dgm:cxn modelId="{D964B4C0-89D1-4D69-BD6D-6A77DF30E61A}" type="presParOf" srcId="{EDC97189-3E41-4A6A-BCDA-BC3BA8BF4281}" destId="{7AA78834-24BD-4978-B8FB-ED90AB7EDD8E}" srcOrd="0" destOrd="0" presId="urn:microsoft.com/office/officeart/2018/2/layout/IconVerticalSolidList"/>
    <dgm:cxn modelId="{A6560E57-1680-4B75-840B-01FA81360AF0}" type="presParOf" srcId="{EDC97189-3E41-4A6A-BCDA-BC3BA8BF4281}" destId="{F60838AA-011A-4A6A-B621-BF5AC0254235}" srcOrd="1" destOrd="0" presId="urn:microsoft.com/office/officeart/2018/2/layout/IconVerticalSolidList"/>
    <dgm:cxn modelId="{F884CFEC-150C-4079-8582-9F32086270E1}" type="presParOf" srcId="{EDC97189-3E41-4A6A-BCDA-BC3BA8BF4281}" destId="{D63D98E1-468F-42BC-981D-0BBCEB57F4C6}" srcOrd="2" destOrd="0" presId="urn:microsoft.com/office/officeart/2018/2/layout/IconVerticalSolidList"/>
    <dgm:cxn modelId="{CA6A23CF-CC96-417F-B0E6-8ADA9D35C27E}" type="presParOf" srcId="{EDC97189-3E41-4A6A-BCDA-BC3BA8BF4281}" destId="{600814DC-2D16-4EF8-ABE2-516CB364B03D}" srcOrd="3" destOrd="0" presId="urn:microsoft.com/office/officeart/2018/2/layout/IconVerticalSolidList"/>
    <dgm:cxn modelId="{2126910E-4D4E-426E-A16C-EF8FEC9E6B00}" type="presParOf" srcId="{AC0F20C8-0EC9-42F0-B368-64142D0AE7F2}" destId="{430AA65B-271A-4CB9-A163-56E6C63BB2F2}" srcOrd="5" destOrd="0" presId="urn:microsoft.com/office/officeart/2018/2/layout/IconVerticalSolidList"/>
    <dgm:cxn modelId="{E427E81B-D0ED-4B45-8A71-F12CA6ED870B}" type="presParOf" srcId="{AC0F20C8-0EC9-42F0-B368-64142D0AE7F2}" destId="{6EAE59A3-5B47-4DF7-B680-5019C7FF0204}" srcOrd="6" destOrd="0" presId="urn:microsoft.com/office/officeart/2018/2/layout/IconVerticalSolidList"/>
    <dgm:cxn modelId="{6676B8A9-28F6-473E-80E6-F07EF7074DDE}" type="presParOf" srcId="{6EAE59A3-5B47-4DF7-B680-5019C7FF0204}" destId="{1792F718-0205-4CC1-B714-974A06E14732}" srcOrd="0" destOrd="0" presId="urn:microsoft.com/office/officeart/2018/2/layout/IconVerticalSolidList"/>
    <dgm:cxn modelId="{3E3CC961-99F1-4E4C-8381-8D6D513999BB}" type="presParOf" srcId="{6EAE59A3-5B47-4DF7-B680-5019C7FF0204}" destId="{09E89AE8-58C3-4C6B-BE39-B21577D015E0}" srcOrd="1" destOrd="0" presId="urn:microsoft.com/office/officeart/2018/2/layout/IconVerticalSolidList"/>
    <dgm:cxn modelId="{742E1E30-2B41-4433-AE0F-E882F2AE7294}" type="presParOf" srcId="{6EAE59A3-5B47-4DF7-B680-5019C7FF0204}" destId="{3265F991-CAE9-41A9-8AC7-8CE507AA03C1}" srcOrd="2" destOrd="0" presId="urn:microsoft.com/office/officeart/2018/2/layout/IconVerticalSolidList"/>
    <dgm:cxn modelId="{44C4EA5F-9A33-47BA-B67B-17CF2A6496FD}" type="presParOf" srcId="{6EAE59A3-5B47-4DF7-B680-5019C7FF0204}" destId="{43C8554E-A6B5-4972-8089-031C93C699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827DB-9960-4959-95EA-F5381E8E98BA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5697D-E122-40B0-8B42-9DF7FAAE67B7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CDFAF-76D8-49AA-9A26-1760035D7865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Explain what is SQL.</a:t>
          </a:r>
        </a:p>
      </dsp:txBody>
      <dsp:txXfrm>
        <a:off x="1372680" y="2344"/>
        <a:ext cx="3725575" cy="1188467"/>
      </dsp:txXfrm>
    </dsp:sp>
    <dsp:sp modelId="{88AA694B-AFFC-400C-AD92-FA75321F1B52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364E3-355F-4F81-AA01-4A466354C698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F5473-070D-4BD3-9B0A-C4CCCBE9C797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Define a database using the SQL data definition</a:t>
          </a:r>
        </a:p>
      </dsp:txBody>
      <dsp:txXfrm>
        <a:off x="1372680" y="1487929"/>
        <a:ext cx="3725575" cy="1188467"/>
      </dsp:txXfrm>
    </dsp:sp>
    <dsp:sp modelId="{7AA78834-24BD-4978-B8FB-ED90AB7EDD8E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0838AA-011A-4A6A-B621-BF5AC0254235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814DC-2D16-4EF8-ABE2-516CB364B03D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Establish referential integrity using SQL</a:t>
          </a:r>
        </a:p>
      </dsp:txBody>
      <dsp:txXfrm>
        <a:off x="1372680" y="2973514"/>
        <a:ext cx="3725575" cy="1188467"/>
      </dsp:txXfrm>
    </dsp:sp>
    <dsp:sp modelId="{1792F718-0205-4CC1-B714-974A06E14732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89AE8-58C3-4C6B-BE39-B21577D015E0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C8554E-A6B5-4972-8089-031C93C699BE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Grant or revoke privileges to access database or particular object within the database.</a:t>
          </a:r>
        </a:p>
      </dsp:txBody>
      <dsp:txXfrm>
        <a:off x="1372680" y="4459099"/>
        <a:ext cx="3725575" cy="1188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0B0CF25-1138-AF43-BC3D-0ADD7F73CF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EC42D-BA66-68F7-8140-84BD4EE6324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FDDA6BA-7958-4B62-82DC-DC7A8C0ACEA1}" type="datetimeFigureOut">
              <a:rPr lang="en-US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7C05588-8E3A-055A-CBDB-AE968AE997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67CE4F4-D722-72BC-F7AE-5D901F29F3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20664-4A24-98C4-9FA3-98486665E3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D767B-5201-11BA-A573-12F9C4082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66FE8E5-AF2D-4C32-BD3A-184A567777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0FA742B3-198B-F6CA-7041-30FFE16CDC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95CF03B-E0A8-4CFB-B9FA-CBC6D421251C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36B34E7-36C2-C831-74F7-A73FA54DF7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4113" y="692150"/>
            <a:ext cx="4554537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21D8CFBF-B10B-4477-A233-F07FD2740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96C7E5AC-819F-182C-E0B5-22D241D57C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A1BC8A-E3E7-4BDC-9EE0-56665727328D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6E9A648-78F9-6099-97CE-BA26C5BD6A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4113" y="692150"/>
            <a:ext cx="4554537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29FCA4B-347A-0708-05F1-9D5380198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32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F7FED84-3EE8-4078-AEEE-22CD977A2FBD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765F99-895B-41B7-B271-6E5F74CCC73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12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E21C46-FF33-4785-B015-36B043FBF7ED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04A1DC-AEF6-49BF-BC5A-07D20487A9E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353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D01F6C-6CA0-445B-A995-B94B98923E97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AF407-3C37-4DBF-8082-282B738C6F1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25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8AC11EB-8A8E-4891-B967-784D705DED15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0E540F-B93E-4DA3-974F-14D282431B1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0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41E5EA-A2E3-4C8C-82A5-2E95C277F037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1790E-A8FB-415A-A0C1-1D3F25A7CB3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8447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3548C7-7CC5-4B05-9C4B-14676C9B6607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6A9418-8989-4327-B9F4-164C5238A14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789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C849F2-E6CA-4430-9C52-183767CF9E58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86B7DB-A3D7-4F47-87ED-0180F86FF2F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536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FEDB806-2CFB-4A3F-BB1A-226DE42B57C4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05A49B0-DF33-45C6-A977-5CCF4BA2EB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169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4679D4-F87E-433A-9EA9-52A39D607C27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F55A90-D492-4024-90CC-CDF48746B1E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35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A1798-684C-4A6F-9601-2E3FE9B827E4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F46005-591B-401C-AD8A-A714FB1FD64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358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AEFD41-2AAA-4846-A14B-D70F15CB0175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2E25EC-85BF-4A33-8C50-6226666F85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54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D9EB3E-8E52-420A-AFDF-4754CBE49943}" type="datetimeFigureOut">
              <a:rPr lang="en-US" smtClean="0"/>
              <a:pPr>
                <a:defRPr/>
              </a:pPr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2BC07DB-EFA4-493E-8024-0C3C77B5200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36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223EED68-285E-0DC4-E7FB-1B13E76FA71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443288" y="3683000"/>
            <a:ext cx="5527675" cy="2206625"/>
          </a:xfrm>
        </p:spPr>
        <p:txBody>
          <a:bodyPr lIns="92075" tIns="46038" rIns="92075" bIns="46038" anchor="ctr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Chapter 5</a:t>
            </a:r>
            <a:br>
              <a:rPr lang="en-US" sz="4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</a:br>
            <a:r>
              <a:rPr lang="en-US" sz="4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Data Definition Language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8739235-37D6-5551-0EE2-854F80341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1995488"/>
            <a:ext cx="2615909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Database</a:t>
            </a:r>
            <a:br>
              <a:rPr 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</a:br>
            <a:r>
              <a:rPr lang="en-US" sz="48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itchFamily="18" charset="0"/>
              </a:rPr>
              <a:t>CCS5001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9" name="Rectangle 1127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0" name="Rectangle 11279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11266" name="Title 5">
            <a:extLst>
              <a:ext uri="{FF2B5EF4-FFF2-40B4-BE49-F238E27FC236}">
                <a16:creationId xmlns:a16="http://schemas.microsoft.com/office/drawing/2014/main" id="{68019204-947B-83A0-4C5B-7AE94EF5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3100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11281" name="Rectangle 11280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graphicFrame>
        <p:nvGraphicFramePr>
          <p:cNvPr id="11282" name="Rectangle 3">
            <a:extLst>
              <a:ext uri="{FF2B5EF4-FFF2-40B4-BE49-F238E27FC236}">
                <a16:creationId xmlns:a16="http://schemas.microsoft.com/office/drawing/2014/main" id="{55005B71-CE60-CC2F-412F-37BF92631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764651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5">
            <a:extLst>
              <a:ext uri="{FF2B5EF4-FFF2-40B4-BE49-F238E27FC236}">
                <a16:creationId xmlns:a16="http://schemas.microsoft.com/office/drawing/2014/main" id="{D5770F77-10D9-D4A9-4354-A50C67A89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SQL?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F288ED8-0199-6A7D-C74F-BA34538E7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060" y="2060848"/>
            <a:ext cx="7772400" cy="4419600"/>
          </a:xfrm>
        </p:spPr>
        <p:txBody>
          <a:bodyPr lIns="92075" tIns="46038" rIns="92075" bIns="46038">
            <a:normAutofit/>
          </a:bodyPr>
          <a:lstStyle/>
          <a:p>
            <a:pPr eaLnBrk="1" hangingPunct="1"/>
            <a:r>
              <a:rPr lang="en-US" altLang="en-US" sz="2400" dirty="0"/>
              <a:t>SQL or Structured Query Language is an English-like language used to create and manipulate databases.</a:t>
            </a:r>
          </a:p>
          <a:p>
            <a:pPr eaLnBrk="1" hangingPunct="1"/>
            <a:r>
              <a:rPr lang="en-US" altLang="en-US" sz="2400" dirty="0"/>
              <a:t>Three types of statements: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Data Definition Language (DDL)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Data Manipulation Language (DML)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Data Control Language (DCL)</a:t>
            </a:r>
          </a:p>
          <a:p>
            <a:pPr eaLnBrk="1" hangingPunct="1"/>
            <a:r>
              <a:rPr lang="en-US" altLang="en-US" sz="2400" dirty="0"/>
              <a:t>Data Definition Language creates and manipulates the structure that Data Manipulation Language fills.  Data Control Language determines who is allowed to what within the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5">
            <a:extLst>
              <a:ext uri="{FF2B5EF4-FFF2-40B4-BE49-F238E27FC236}">
                <a16:creationId xmlns:a16="http://schemas.microsoft.com/office/drawing/2014/main" id="{F9BE5B0A-0AD9-953E-3225-E4EF5182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772400" cy="1450757"/>
          </a:xfrm>
        </p:spPr>
        <p:txBody>
          <a:bodyPr/>
          <a:lstStyle/>
          <a:p>
            <a:pPr eaLnBrk="1" hangingPunct="1"/>
            <a:r>
              <a:rPr lang="en-US" altLang="en-US" dirty="0"/>
              <a:t>Data Definition Language (DDL)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97C8954-B77B-016E-F296-1EB8C523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988840"/>
            <a:ext cx="7772400" cy="41148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spcAft>
                <a:spcPct val="20000"/>
              </a:spcAft>
              <a:buFontTx/>
              <a:buNone/>
            </a:pPr>
            <a:r>
              <a:rPr lang="en-US" altLang="en-US" sz="2400" dirty="0"/>
              <a:t>Used to create and modify database objects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Create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Drop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Alter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4F98815-D722-54A4-9C3B-0FF3F8F8E20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Data Control Language (DCL)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D1AC954-E998-2102-F14C-239CA95E3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2075" tIns="46038" rIns="92075" bIns="46038">
            <a:normAutofit/>
          </a:bodyPr>
          <a:lstStyle/>
          <a:p>
            <a:pPr eaLnBrk="1" hangingPunct="1">
              <a:spcAft>
                <a:spcPct val="20000"/>
              </a:spcAft>
              <a:buFontTx/>
              <a:buNone/>
            </a:pPr>
            <a:r>
              <a:rPr lang="en-US" altLang="en-US" sz="2400" dirty="0"/>
              <a:t>Used to control database privileges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Grant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Revoke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749E858-CDB1-A2D7-C31F-91CF9ABD6CA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Data Manipulation Language (DML)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5CE6074D-1A4C-8095-6A0E-1378EEE3D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209800"/>
            <a:ext cx="7772400" cy="38862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spcAft>
                <a:spcPct val="20000"/>
              </a:spcAft>
              <a:buFontTx/>
              <a:buNone/>
            </a:pPr>
            <a:r>
              <a:rPr lang="en-US" altLang="en-US" sz="2400" dirty="0"/>
              <a:t>Used to create, modify and retrieve data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Insert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Update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Delete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Select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23735D-7E11-603F-0126-EE2A1959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908720"/>
            <a:ext cx="7772400" cy="914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DDL - Creating a Table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FFFD8ED-11D5-F954-F836-DBBDC1B9E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916832"/>
            <a:ext cx="7772400" cy="4495800"/>
          </a:xfrm>
        </p:spPr>
        <p:txBody>
          <a:bodyPr lIns="92075" tIns="46038" rIns="92075" bIns="46038"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/>
              <a:t>Use the Create keyword and specify: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table name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field (column) name(s)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field type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constraints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primary key - unique identifier for a record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foreign key - establishes relationship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check - value must be in the specified list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not null - must have a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/>
              <a:t>unique - value must be unique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8D03AA5F-AE26-3A9D-A270-3F0A09CB649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Example… 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994B70C-317D-8AFB-2026-85E1BB4A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2221622"/>
            <a:ext cx="7772400" cy="2895600"/>
          </a:xfrm>
        </p:spPr>
        <p:txBody>
          <a:bodyPr>
            <a:no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CREATE TABLE room(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  <a:r>
              <a:rPr lang="en-US" altLang="en-US" sz="2400" dirty="0" err="1"/>
              <a:t>roomID</a:t>
            </a:r>
            <a:r>
              <a:rPr lang="en-US" altLang="en-US" sz="2400" dirty="0"/>
              <a:t>	               number,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  <a:r>
              <a:rPr lang="en-US" altLang="en-US" sz="2400" dirty="0" err="1"/>
              <a:t>bldg</a:t>
            </a:r>
            <a:r>
              <a:rPr lang="en-US" altLang="en-US" sz="2400" dirty="0"/>
              <a:t>	  	char(1) 		CHECK (</a:t>
            </a:r>
            <a:r>
              <a:rPr lang="en-US" altLang="en-US" sz="2400" dirty="0" err="1"/>
              <a:t>bldg</a:t>
            </a:r>
            <a:r>
              <a:rPr lang="en-US" altLang="en-US" sz="2400" dirty="0"/>
              <a:t> IN ('A','B')),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  <a:r>
              <a:rPr lang="en-US" altLang="en-US" sz="2400" dirty="0" err="1"/>
              <a:t>roomNo</a:t>
            </a:r>
            <a:r>
              <a:rPr lang="en-US" altLang="en-US" sz="2400" dirty="0"/>
              <a:t>	varchar2(10),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</a:t>
            </a:r>
            <a:r>
              <a:rPr lang="en-US" altLang="en-US" sz="2400" dirty="0" err="1"/>
              <a:t>maxCapacity</a:t>
            </a:r>
            <a:r>
              <a:rPr lang="en-US" altLang="en-US" sz="2400" dirty="0"/>
              <a:t> 	number,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style	  	varchar2(15)	CHECK (style IN ('LECTURE',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                                                      'LECTURE/LAB', 'LAB','OFFICE')),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/>
              <a:t>    CONSTRAINT </a:t>
            </a:r>
            <a:r>
              <a:rPr lang="en-US" altLang="en-US" sz="2400" dirty="0" err="1"/>
              <a:t>room_pk</a:t>
            </a:r>
            <a:r>
              <a:rPr lang="en-US" altLang="en-US" sz="2400" dirty="0"/>
              <a:t> PRIMARY KEY (</a:t>
            </a:r>
            <a:r>
              <a:rPr lang="en-US" altLang="en-US" sz="2400" dirty="0" err="1"/>
              <a:t>roomID</a:t>
            </a:r>
            <a:r>
              <a:rPr lang="en-US" altLang="en-US" sz="2400" dirty="0"/>
              <a:t>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1BAE082-87C5-74B7-4FFB-40F22545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Example… 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98AD18D-78C0-9067-81ED-7F0575253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844824"/>
            <a:ext cx="7543801" cy="4023360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CREATE TABLE faculty(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</a:t>
            </a:r>
            <a:r>
              <a:rPr lang="en-US" altLang="en-US" dirty="0" err="1"/>
              <a:t>facultyID</a:t>
            </a:r>
            <a:r>
              <a:rPr lang="en-US" altLang="en-US" dirty="0"/>
              <a:t>	number,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</a:t>
            </a:r>
            <a:r>
              <a:rPr lang="en-US" altLang="en-US" dirty="0" err="1"/>
              <a:t>lname</a:t>
            </a:r>
            <a:r>
              <a:rPr lang="en-US" altLang="en-US" dirty="0"/>
              <a:t>		varchar2(30)	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</a:t>
            </a:r>
            <a:r>
              <a:rPr lang="en-US" altLang="en-US" dirty="0" err="1"/>
              <a:t>fname</a:t>
            </a:r>
            <a:r>
              <a:rPr lang="en-US" altLang="en-US" dirty="0"/>
              <a:t>		varchar2(20)	NOT NULL,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dept		varchar2(5),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</a:t>
            </a:r>
            <a:r>
              <a:rPr lang="en-US" altLang="en-US" dirty="0" err="1"/>
              <a:t>officeID</a:t>
            </a:r>
            <a:r>
              <a:rPr lang="en-US" altLang="en-US" dirty="0"/>
              <a:t>		number,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phone         	varchar2(15),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email 		varchar2(75)	UNIQUE,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rank		char(4)		CHECK (rank IN ('INST','ASOC',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                                                        'ASST','FULL','SENR')),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CONSTRAINT </a:t>
            </a:r>
            <a:r>
              <a:rPr lang="en-US" altLang="en-US" dirty="0" err="1"/>
              <a:t>faculty_pk</a:t>
            </a:r>
            <a:r>
              <a:rPr lang="en-US" altLang="en-US" dirty="0"/>
              <a:t> PRIMARY KEY (</a:t>
            </a:r>
            <a:r>
              <a:rPr lang="en-US" altLang="en-US" dirty="0" err="1"/>
              <a:t>facultyID</a:t>
            </a:r>
            <a:r>
              <a:rPr lang="en-US" altLang="en-US" dirty="0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/>
              <a:t>  CONSTRAINT </a:t>
            </a:r>
            <a:r>
              <a:rPr lang="en-US" altLang="en-US" dirty="0" err="1"/>
              <a:t>faculty_fk</a:t>
            </a:r>
            <a:r>
              <a:rPr lang="en-US" altLang="en-US" dirty="0"/>
              <a:t> FOREIGN KEY (</a:t>
            </a:r>
            <a:r>
              <a:rPr lang="en-US" altLang="en-US" dirty="0" err="1"/>
              <a:t>officeID</a:t>
            </a:r>
            <a:r>
              <a:rPr lang="en-US" altLang="en-US" dirty="0"/>
              <a:t>) REFERENCES room(</a:t>
            </a:r>
            <a:r>
              <a:rPr lang="en-US" altLang="en-US" dirty="0" err="1"/>
              <a:t>roomID</a:t>
            </a:r>
            <a:r>
              <a:rPr lang="en-US" altLang="en-US" dirty="0"/>
              <a:t>));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86CB285-3984-49D3-3E76-52592BE1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Table with Primary Key Only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0025EBD-5541-725F-A6A1-218017968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2060848"/>
            <a:ext cx="7543801" cy="402336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CREATE TABLE room(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roomID</a:t>
            </a:r>
            <a:r>
              <a:rPr lang="en-US" altLang="en-US" sz="2000" b="1" dirty="0">
                <a:latin typeface="Courier New" panose="02070309020205020404" pitchFamily="49" charset="0"/>
              </a:rPr>
              <a:t>	number,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bldg</a:t>
            </a:r>
            <a:r>
              <a:rPr lang="en-US" altLang="en-US" sz="2000" b="1" dirty="0">
                <a:latin typeface="Courier New" panose="02070309020205020404" pitchFamily="49" charset="0"/>
              </a:rPr>
              <a:t>	char(1) CHECK 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bldg</a:t>
            </a:r>
            <a:r>
              <a:rPr lang="en-US" altLang="en-US" sz="2000" b="1" dirty="0">
                <a:latin typeface="Courier New" panose="02070309020205020404" pitchFamily="49" charset="0"/>
              </a:rPr>
              <a:t> IN ('A','B')),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roomNo</a:t>
            </a:r>
            <a:r>
              <a:rPr lang="en-US" altLang="en-US" sz="2000" b="1" dirty="0">
                <a:latin typeface="Courier New" panose="02070309020205020404" pitchFamily="49" charset="0"/>
              </a:rPr>
              <a:t>	varchar2(10),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maxCapacity</a:t>
            </a:r>
            <a:r>
              <a:rPr lang="en-US" altLang="en-US" sz="2000" b="1" dirty="0">
                <a:latin typeface="Courier New" panose="02070309020205020404" pitchFamily="49" charset="0"/>
              </a:rPr>
              <a:t> 	number,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style	varchar2(15)  CHECK (style IN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('LECTURE','LECTURE/LAB','LAB','OFFICE')),</a:t>
            </a:r>
          </a:p>
          <a:p>
            <a:pPr eaLnBrk="1" hangingPunct="1"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CONSTRAINT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room_pk</a:t>
            </a:r>
            <a:r>
              <a:rPr lang="en-US" altLang="en-US" sz="2000" b="1" dirty="0">
                <a:latin typeface="Courier New" panose="02070309020205020404" pitchFamily="49" charset="0"/>
              </a:rPr>
              <a:t> PRIMARY KEY (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roomID</a:t>
            </a:r>
            <a:r>
              <a:rPr lang="en-US" altLang="en-US" sz="2000" b="1" dirty="0">
                <a:latin typeface="Courier New" panose="02070309020205020404" pitchFamily="49" charset="0"/>
              </a:rPr>
              <a:t>));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D92E1C4-8D9A-326C-8DEA-2C6E1AA86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Table with Foreign Key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150C94D-8CD2-74C0-533B-DFB11F879E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1600" y="1988840"/>
            <a:ext cx="7772400" cy="4267200"/>
          </a:xfrm>
        </p:spPr>
        <p:txBody>
          <a:bodyPr>
            <a:normAutofit fontScale="85000" lnSpcReduction="20000"/>
          </a:bodyPr>
          <a:lstStyle/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CREATE TABLE faculty(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 err="1">
                <a:latin typeface="Courier New" pitchFamily="49" charset="0"/>
              </a:rPr>
              <a:t>facultyID</a:t>
            </a:r>
            <a:r>
              <a:rPr lang="en-US" sz="2000" b="1" dirty="0">
                <a:latin typeface="Courier New" pitchFamily="49" charset="0"/>
              </a:rPr>
              <a:t>	number,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 err="1">
                <a:latin typeface="Courier New" pitchFamily="49" charset="0"/>
              </a:rPr>
              <a:t>lname</a:t>
            </a:r>
            <a:r>
              <a:rPr lang="en-US" sz="2000" b="1" dirty="0">
                <a:latin typeface="Courier New" pitchFamily="49" charset="0"/>
              </a:rPr>
              <a:t>	varchar2(30)	NOT NULL,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 err="1">
                <a:latin typeface="Courier New" pitchFamily="49" charset="0"/>
              </a:rPr>
              <a:t>fname</a:t>
            </a:r>
            <a:r>
              <a:rPr lang="en-US" sz="2000" b="1" dirty="0">
                <a:latin typeface="Courier New" pitchFamily="49" charset="0"/>
              </a:rPr>
              <a:t>	varchar2(20)	NOT NULL,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dept	varchar2(5),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 err="1">
                <a:latin typeface="Courier New" pitchFamily="49" charset="0"/>
              </a:rPr>
              <a:t>officeID</a:t>
            </a:r>
            <a:r>
              <a:rPr lang="en-US" sz="2000" b="1" dirty="0">
                <a:latin typeface="Courier New" pitchFamily="49" charset="0"/>
              </a:rPr>
              <a:t>	number,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phone     varchar2(15),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email 	varchar2(75)	UNIQUE,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rank	char(4)  CHECK (rank IN ('INST',      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                'ASOC','ASST','FULL','SENR')),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CONSTRAINT </a:t>
            </a:r>
            <a:r>
              <a:rPr lang="en-US" sz="2000" b="1" dirty="0" err="1">
                <a:latin typeface="Courier New" pitchFamily="49" charset="0"/>
              </a:rPr>
              <a:t>faculty_pk</a:t>
            </a:r>
            <a:r>
              <a:rPr lang="en-US" sz="2000" b="1" dirty="0">
                <a:latin typeface="Courier New" pitchFamily="49" charset="0"/>
              </a:rPr>
              <a:t> PRIMARY KEY (</a:t>
            </a:r>
            <a:r>
              <a:rPr lang="en-US" sz="2000" b="1" dirty="0" err="1">
                <a:latin typeface="Courier New" pitchFamily="49" charset="0"/>
              </a:rPr>
              <a:t>facultyID</a:t>
            </a:r>
            <a:r>
              <a:rPr lang="en-US" sz="2000" b="1" dirty="0">
                <a:latin typeface="Courier New" pitchFamily="49" charset="0"/>
              </a:rPr>
              <a:t>),</a:t>
            </a:r>
          </a:p>
          <a:p>
            <a:pPr marL="320040" indent="-320040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latin typeface="Courier New" pitchFamily="49" charset="0"/>
              </a:rPr>
              <a:t>  CONSTRAINT </a:t>
            </a:r>
            <a:r>
              <a:rPr lang="en-US" sz="2000" b="1" dirty="0" err="1">
                <a:latin typeface="Courier New" pitchFamily="49" charset="0"/>
              </a:rPr>
              <a:t>faculty_fk</a:t>
            </a:r>
            <a:r>
              <a:rPr lang="en-US" sz="2000" b="1" dirty="0">
                <a:latin typeface="Courier New" pitchFamily="49" charset="0"/>
              </a:rPr>
              <a:t> FOREIGN KEY (</a:t>
            </a:r>
            <a:r>
              <a:rPr lang="en-US" sz="2000" b="1" dirty="0" err="1">
                <a:latin typeface="Courier New" pitchFamily="49" charset="0"/>
              </a:rPr>
              <a:t>officeID</a:t>
            </a:r>
            <a:r>
              <a:rPr lang="en-US" sz="2000" b="1" dirty="0">
                <a:latin typeface="Courier New" pitchFamily="49" charset="0"/>
              </a:rPr>
              <a:t>) REFERENCES room(</a:t>
            </a:r>
            <a:r>
              <a:rPr lang="en-US" sz="2000" b="1" dirty="0" err="1">
                <a:latin typeface="Courier New" pitchFamily="49" charset="0"/>
              </a:rPr>
              <a:t>roomID</a:t>
            </a:r>
            <a:r>
              <a:rPr lang="en-US" sz="2000" b="1" dirty="0">
                <a:latin typeface="Courier New" pitchFamily="49" charset="0"/>
              </a:rPr>
              <a:t>));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itle 3">
            <a:extLst>
              <a:ext uri="{FF2B5EF4-FFF2-40B4-BE49-F238E27FC236}">
                <a16:creationId xmlns:a16="http://schemas.microsoft.com/office/drawing/2014/main" id="{F1E2F97F-E4F4-3A09-9984-D40C7981C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Table with Compound Primary Key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6AEB83B1-3DD6-4547-CBBE-4A700B100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988840"/>
            <a:ext cx="7543801" cy="402336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create table participation(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eventID</a:t>
            </a:r>
            <a:r>
              <a:rPr lang="en-US" altLang="en-US" sz="2400" b="1" dirty="0">
                <a:latin typeface="Courier New" panose="02070309020205020404" pitchFamily="49" charset="0"/>
              </a:rPr>
              <a:t>	number,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memberID</a:t>
            </a:r>
            <a:r>
              <a:rPr lang="en-US" altLang="en-US" sz="2400" b="1" dirty="0">
                <a:latin typeface="Courier New" panose="02070309020205020404" pitchFamily="49" charset="0"/>
              </a:rPr>
              <a:t>	number,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constraint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participation_pk</a:t>
            </a:r>
            <a:r>
              <a:rPr lang="en-US" altLang="en-US" sz="2400" b="1" dirty="0">
                <a:latin typeface="Courier New" panose="02070309020205020404" pitchFamily="49" charset="0"/>
              </a:rPr>
              <a:t> primary key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eventID</a:t>
            </a:r>
            <a:r>
              <a:rPr lang="en-US" altLang="en-US" sz="2400" b="1" dirty="0">
                <a:latin typeface="Courier New" panose="02070309020205020404" pitchFamily="49" charset="0"/>
              </a:rPr>
              <a:t>,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memberID</a:t>
            </a:r>
            <a:r>
              <a:rPr lang="en-US" altLang="en-US" sz="2400" b="1" dirty="0">
                <a:latin typeface="Courier New" panose="02070309020205020404" pitchFamily="49" charset="0"/>
              </a:rPr>
              <a:t>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constraint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participation_event_fk</a:t>
            </a:r>
            <a:r>
              <a:rPr lang="en-US" altLang="en-US" sz="2400" b="1" dirty="0">
                <a:latin typeface="Courier New" panose="02070309020205020404" pitchFamily="49" charset="0"/>
              </a:rPr>
              <a:t> foreign key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eventID</a:t>
            </a:r>
            <a:r>
              <a:rPr lang="en-US" altLang="en-US" sz="2400" b="1" dirty="0">
                <a:latin typeface="Courier New" panose="02070309020205020404" pitchFamily="49" charset="0"/>
              </a:rPr>
              <a:t>) references event(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eventID</a:t>
            </a:r>
            <a:r>
              <a:rPr lang="en-US" altLang="en-US" sz="2400" b="1" dirty="0">
                <a:latin typeface="Courier New" panose="02070309020205020404" pitchFamily="49" charset="0"/>
              </a:rPr>
              <a:t>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latin typeface="Courier New" panose="02070309020205020404" pitchFamily="49" charset="0"/>
              </a:rPr>
              <a:t> constraint 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participation_member_fk</a:t>
            </a:r>
            <a:r>
              <a:rPr lang="en-US" altLang="en-US" sz="2400" b="1" dirty="0">
                <a:latin typeface="Courier New" panose="02070309020205020404" pitchFamily="49" charset="0"/>
              </a:rPr>
              <a:t> foreign key 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memberID</a:t>
            </a:r>
            <a:r>
              <a:rPr lang="en-US" altLang="en-US" sz="2400" b="1" dirty="0">
                <a:latin typeface="Courier New" panose="02070309020205020404" pitchFamily="49" charset="0"/>
              </a:rPr>
              <a:t>) references member(</a:t>
            </a:r>
            <a:r>
              <a:rPr lang="en-US" altLang="en-US" sz="2400" b="1" dirty="0" err="1">
                <a:latin typeface="Courier New" panose="02070309020205020404" pitchFamily="49" charset="0"/>
              </a:rPr>
              <a:t>memberID</a:t>
            </a:r>
            <a:r>
              <a:rPr lang="en-US" altLang="en-US" sz="2400" b="1" dirty="0">
                <a:latin typeface="Courier New" panose="02070309020205020404" pitchFamily="49" charset="0"/>
              </a:rPr>
              <a:t>));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itle 4">
            <a:extLst>
              <a:ext uri="{FF2B5EF4-FFF2-40B4-BE49-F238E27FC236}">
                <a16:creationId xmlns:a16="http://schemas.microsoft.com/office/drawing/2014/main" id="{209032BE-6F07-F8AD-F11F-E37EE23D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DDL – Altering table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E80DFD50-FF03-72BE-3F34-A8BB07867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992631"/>
            <a:ext cx="7772400" cy="4876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en-US" dirty="0"/>
              <a:t>Use the Alter and Add/Modify keywords and specify: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table name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new or existing field name(s)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field type</a:t>
            </a:r>
          </a:p>
          <a:p>
            <a:pPr lvl="1" eaLnBrk="1" hangingPunct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alter table invoice 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add(</a:t>
            </a:r>
            <a:r>
              <a:rPr lang="en-US" altLang="en-US" sz="2400" dirty="0" err="1">
                <a:latin typeface="Courier New" panose="02070309020205020404" pitchFamily="49" charset="0"/>
              </a:rPr>
              <a:t>sent_dt</a:t>
            </a:r>
            <a:r>
              <a:rPr lang="en-US" altLang="en-US" sz="2400" dirty="0">
                <a:latin typeface="Courier New" panose="02070309020205020404" pitchFamily="49" charset="0"/>
              </a:rPr>
              <a:t> date);</a:t>
            </a:r>
          </a:p>
          <a:p>
            <a:pPr lvl="1" eaLnBrk="1" hangingPunct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alter table invoice 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modify (</a:t>
            </a:r>
            <a:r>
              <a:rPr lang="en-US" altLang="en-US" sz="2400" dirty="0" err="1">
                <a:latin typeface="Courier New" panose="02070309020205020404" pitchFamily="49" charset="0"/>
              </a:rPr>
              <a:t>invoice_nbr</a:t>
            </a:r>
            <a:r>
              <a:rPr lang="en-US" altLang="en-US" sz="2400" dirty="0">
                <a:latin typeface="Courier New" panose="02070309020205020404" pitchFamily="49" charset="0"/>
              </a:rPr>
              <a:t> varchar2(5));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3">
            <a:extLst>
              <a:ext uri="{FF2B5EF4-FFF2-40B4-BE49-F238E27FC236}">
                <a16:creationId xmlns:a16="http://schemas.microsoft.com/office/drawing/2014/main" id="{75021710-230E-D4C1-1AAF-A6BD68884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DDL - Removing a Table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C5FB6F54-31D6-DE8B-2C6F-62149F62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74" y="2132856"/>
            <a:ext cx="7772400" cy="4876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en-US" dirty="0"/>
              <a:t>Use the Drop keyword and specify: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dirty="0"/>
              <a:t>table name</a:t>
            </a:r>
          </a:p>
          <a:p>
            <a:pPr eaLnBrk="1" hangingPunct="1">
              <a:buFontTx/>
              <a:buNone/>
            </a:pPr>
            <a:endParaRPr lang="en-US" altLang="en-US" sz="1800" dirty="0"/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drop table invoice;</a:t>
            </a:r>
          </a:p>
          <a:p>
            <a:pPr lvl="1" eaLnBrk="1" hangingPunct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If this table is referenced by a foreign key, use the </a:t>
            </a:r>
            <a:r>
              <a:rPr lang="en-US" altLang="en-US" b="1" dirty="0"/>
              <a:t>cascade constraints clause</a:t>
            </a:r>
            <a:endParaRPr lang="en-US" altLang="en-US" dirty="0"/>
          </a:p>
          <a:p>
            <a:pPr lvl="1" eaLnBrk="1" hangingPunct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drop table invoice cascade constraints;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3">
            <a:extLst>
              <a:ext uri="{FF2B5EF4-FFF2-40B4-BE49-F238E27FC236}">
                <a16:creationId xmlns:a16="http://schemas.microsoft.com/office/drawing/2014/main" id="{D745A2D4-E183-AF56-59C8-8C9718D5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Indexes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A228FF7E-6916-6677-5927-00BEF64E9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366" y="1916832"/>
            <a:ext cx="7392988" cy="4419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800" dirty="0"/>
              <a:t>Conceptually similar to book index</a:t>
            </a:r>
          </a:p>
          <a:p>
            <a:pPr eaLnBrk="1" hangingPunct="1"/>
            <a:r>
              <a:rPr lang="en-US" altLang="en-US" sz="2800" dirty="0"/>
              <a:t>Increases data retrieval efficiency</a:t>
            </a:r>
          </a:p>
          <a:p>
            <a:pPr eaLnBrk="1" hangingPunct="1"/>
            <a:r>
              <a:rPr lang="en-US" altLang="en-US" sz="2800" dirty="0"/>
              <a:t>Automatically assigns record numbers</a:t>
            </a:r>
          </a:p>
          <a:p>
            <a:pPr eaLnBrk="1" hangingPunct="1"/>
            <a:r>
              <a:rPr lang="en-US" altLang="en-US" sz="2800" dirty="0"/>
              <a:t>Used by DBMS, not by users</a:t>
            </a:r>
          </a:p>
          <a:p>
            <a:pPr eaLnBrk="1" hangingPunct="1"/>
            <a:r>
              <a:rPr lang="en-US" altLang="en-US" sz="2800" dirty="0"/>
              <a:t>Fields on which index built called </a:t>
            </a:r>
            <a:r>
              <a:rPr lang="en-US" altLang="en-US" sz="2800" i="1" dirty="0"/>
              <a:t>Index Key</a:t>
            </a:r>
          </a:p>
          <a:p>
            <a:pPr eaLnBrk="1" hangingPunct="1">
              <a:spcAft>
                <a:spcPct val="20000"/>
              </a:spcAft>
            </a:pPr>
            <a:r>
              <a:rPr lang="en-US" altLang="en-US" sz="2800" dirty="0"/>
              <a:t>Have a sorted order</a:t>
            </a:r>
          </a:p>
          <a:p>
            <a:pPr eaLnBrk="1" hangingPunct="1">
              <a:spcAft>
                <a:spcPct val="20000"/>
              </a:spcAft>
            </a:pPr>
            <a:r>
              <a:rPr lang="en-US" altLang="en-US" sz="2800" dirty="0"/>
              <a:t>Can guarantee uniqueness</a:t>
            </a:r>
          </a:p>
          <a:p>
            <a:pPr eaLnBrk="1" hangingPunct="1">
              <a:spcAft>
                <a:spcPct val="20000"/>
              </a:spcAft>
            </a:pPr>
            <a:r>
              <a:rPr lang="en-US" altLang="en-US" sz="2800" dirty="0"/>
              <a:t>Can include one or more fields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3EAD4A8-2D2D-BB3D-E215-3787E08C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4400">
              <a:solidFill>
                <a:schemeClr val="tx2"/>
              </a:solidFill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F8D5FBF-6060-4888-76D9-13304A2B1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828800"/>
            <a:ext cx="7772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Char char="•"/>
            </a:pPr>
            <a:endParaRPr lang="en-US" altLang="en-US" sz="2000">
              <a:latin typeface="Courier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957E7F01-F17C-F23C-7873-8CED766C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Indexes – Syntax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1C1C1F1A-F34F-EDBF-21A1-C58683489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600" y="1981200"/>
            <a:ext cx="7772400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CREATE UNIQUE INDEX </a:t>
            </a:r>
            <a:r>
              <a:rPr lang="en-US" altLang="en-US" sz="2400" dirty="0" err="1">
                <a:latin typeface="Courier New" panose="02070309020205020404" pitchFamily="49" charset="0"/>
              </a:rPr>
              <a:t>cust_num_ind</a:t>
            </a:r>
            <a:r>
              <a:rPr lang="en-US" altLang="en-US" sz="2400" dirty="0">
                <a:latin typeface="Courier New" panose="02070309020205020404" pitchFamily="49" charset="0"/>
              </a:rPr>
              <a:t> ON</a:t>
            </a:r>
          </a:p>
          <a:p>
            <a:pPr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customer(Name);</a:t>
            </a:r>
          </a:p>
          <a:p>
            <a:pPr eaLnBrk="1" hangingPunct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CREATE INDEX </a:t>
            </a:r>
            <a:r>
              <a:rPr lang="en-US" altLang="en-US" sz="2400" dirty="0" err="1">
                <a:latin typeface="Courier New" panose="02070309020205020404" pitchFamily="49" charset="0"/>
              </a:rPr>
              <a:t>CustomerName</a:t>
            </a:r>
            <a:r>
              <a:rPr lang="en-US" altLang="en-US" sz="2400" dirty="0">
                <a:latin typeface="Courier New" panose="02070309020205020404" pitchFamily="49" charset="0"/>
              </a:rPr>
              <a:t> ON Customer (</a:t>
            </a:r>
            <a:r>
              <a:rPr lang="en-US" altLang="en-US" sz="2400" dirty="0" err="1">
                <a:latin typeface="Courier New" panose="02070309020205020404" pitchFamily="49" charset="0"/>
              </a:rPr>
              <a:t>CustomerNum</a:t>
            </a:r>
            <a:r>
              <a:rPr lang="en-US" altLang="en-US" sz="24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CREATE INDEX </a:t>
            </a:r>
            <a:r>
              <a:rPr lang="en-US" altLang="en-US" sz="2400" dirty="0" err="1">
                <a:latin typeface="Courier New" panose="02070309020205020404" pitchFamily="49" charset="0"/>
              </a:rPr>
              <a:t>CreditLimitRep_ind</a:t>
            </a:r>
            <a:r>
              <a:rPr lang="en-US" altLang="en-US" sz="2400" dirty="0">
                <a:latin typeface="Courier New" panose="02070309020205020404" pitchFamily="49" charset="0"/>
              </a:rPr>
              <a:t> ON Customer(</a:t>
            </a:r>
            <a:r>
              <a:rPr lang="en-US" altLang="en-US" sz="2400" dirty="0" err="1">
                <a:latin typeface="Courier New" panose="02070309020205020404" pitchFamily="49" charset="0"/>
              </a:rPr>
              <a:t>CreditLimit</a:t>
            </a:r>
            <a:r>
              <a:rPr lang="en-US" altLang="en-US" sz="2400" dirty="0">
                <a:latin typeface="Courier New" panose="02070309020205020404" pitchFamily="49" charset="0"/>
              </a:rPr>
              <a:t>, </a:t>
            </a:r>
            <a:r>
              <a:rPr lang="en-US" altLang="en-US" sz="2400" dirty="0" err="1">
                <a:latin typeface="Courier New" panose="02070309020205020404" pitchFamily="49" charset="0"/>
              </a:rPr>
              <a:t>RepNum</a:t>
            </a:r>
            <a:r>
              <a:rPr lang="en-US" altLang="en-US" sz="24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DROP INDEX </a:t>
            </a:r>
            <a:r>
              <a:rPr lang="en-US" altLang="en-US" sz="2400" dirty="0" err="1">
                <a:latin typeface="Courier New" panose="02070309020205020404" pitchFamily="49" charset="0"/>
              </a:rPr>
              <a:t>RepBal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2">
            <a:extLst>
              <a:ext uri="{FF2B5EF4-FFF2-40B4-BE49-F238E27FC236}">
                <a16:creationId xmlns:a16="http://schemas.microsoft.com/office/drawing/2014/main" id="{A7A443A8-5773-728F-9BDE-220366BF2D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2209800"/>
          <a:ext cx="7543800" cy="404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687219" imgH="3048426" progId="Paint.Picture">
                  <p:embed/>
                </p:oleObj>
              </mc:Choice>
              <mc:Fallback>
                <p:oleObj name="Bitmap Image" r:id="rId2" imgW="5687219" imgH="3048426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09800"/>
                        <a:ext cx="7543800" cy="404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Rectangle 3">
            <a:extLst>
              <a:ext uri="{FF2B5EF4-FFF2-40B4-BE49-F238E27FC236}">
                <a16:creationId xmlns:a16="http://schemas.microsoft.com/office/drawing/2014/main" id="{E5DF1E72-1131-04CE-DE00-960036232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>
                <a:solidFill>
                  <a:schemeClr val="tx1"/>
                </a:solidFill>
                <a:latin typeface="Arial" charset="0"/>
              </a:rPr>
              <a:t>Customer Table with Record Numbers</a:t>
            </a:r>
            <a:br>
              <a:rPr lang="en-US" sz="3200">
                <a:solidFill>
                  <a:schemeClr val="tx1"/>
                </a:solidFill>
                <a:latin typeface="Arial" charset="0"/>
              </a:rPr>
            </a:br>
            <a:r>
              <a:rPr lang="en-US" sz="3200">
                <a:solidFill>
                  <a:schemeClr val="tx1"/>
                </a:solidFill>
                <a:latin typeface="Arial" charset="0"/>
              </a:rPr>
              <a:t>Figure 4.10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">
            <a:extLst>
              <a:ext uri="{FF2B5EF4-FFF2-40B4-BE49-F238E27FC236}">
                <a16:creationId xmlns:a16="http://schemas.microsoft.com/office/drawing/2014/main" id="{253DA0E9-D831-8175-43B6-E193E3BEC2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1828800"/>
          <a:ext cx="3278188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285714" imgH="3029373" progId="Paint.Picture">
                  <p:embed/>
                </p:oleObj>
              </mc:Choice>
              <mc:Fallback>
                <p:oleObj name="Bitmap Image" r:id="rId2" imgW="2285714" imgH="3029373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28800"/>
                        <a:ext cx="3278188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3">
            <a:extLst>
              <a:ext uri="{FF2B5EF4-FFF2-40B4-BE49-F238E27FC236}">
                <a16:creationId xmlns:a16="http://schemas.microsoft.com/office/drawing/2014/main" id="{83C4F9EA-85AA-493B-0EDC-9BAEC0698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>
                <a:solidFill>
                  <a:schemeClr val="tx1"/>
                </a:solidFill>
                <a:latin typeface="Arial" charset="0"/>
              </a:rPr>
              <a:t>Customer Table Index on CustomerNum Figure 4.11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>
            <a:extLst>
              <a:ext uri="{FF2B5EF4-FFF2-40B4-BE49-F238E27FC236}">
                <a16:creationId xmlns:a16="http://schemas.microsoft.com/office/drawing/2014/main" id="{D51F057C-0FA7-A100-0068-9C4ACBA32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209800"/>
          <a:ext cx="7467600" cy="2617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505689" imgH="1228571" progId="Paint.Picture">
                  <p:embed/>
                </p:oleObj>
              </mc:Choice>
              <mc:Fallback>
                <p:oleObj name="Bitmap Image" r:id="rId2" imgW="3505689" imgH="1228571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09800"/>
                        <a:ext cx="7467600" cy="2617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7" name="Rectangle 3">
            <a:extLst>
              <a:ext uri="{FF2B5EF4-FFF2-40B4-BE49-F238E27FC236}">
                <a16:creationId xmlns:a16="http://schemas.microsoft.com/office/drawing/2014/main" id="{E3C0EA22-8E7D-2ABC-D3CC-452D5E7C5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>
                <a:solidFill>
                  <a:schemeClr val="tx1"/>
                </a:solidFill>
                <a:latin typeface="Arial" charset="0"/>
              </a:rPr>
              <a:t>Table Indexes on CreditLimit, RepNum</a:t>
            </a:r>
            <a:br>
              <a:rPr lang="en-US" sz="3200">
                <a:solidFill>
                  <a:schemeClr val="tx1"/>
                </a:solidFill>
                <a:latin typeface="Arial" charset="0"/>
              </a:rPr>
            </a:br>
            <a:r>
              <a:rPr lang="en-US" sz="3200">
                <a:solidFill>
                  <a:schemeClr val="tx1"/>
                </a:solidFill>
                <a:latin typeface="Arial" charset="0"/>
              </a:rPr>
              <a:t>Figure 4.12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30DC565-B6DC-6CCF-FA49-A61E5995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Indexes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602178D-3A10-EFAA-3A53-123D08208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9160" y="1988840"/>
            <a:ext cx="7391400" cy="41148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400" dirty="0"/>
              <a:t>PROs</a:t>
            </a:r>
          </a:p>
          <a:p>
            <a:pPr eaLnBrk="1" hangingPunct="1"/>
            <a:r>
              <a:rPr lang="en-US" altLang="en-US" sz="2400" dirty="0"/>
              <a:t>Faster/more efficient data retrieval</a:t>
            </a:r>
          </a:p>
          <a:p>
            <a:pPr eaLnBrk="1" hangingPunct="1"/>
            <a:endParaRPr lang="en-US" altLang="en-US" sz="2400" dirty="0"/>
          </a:p>
          <a:p>
            <a:pPr eaLnBrk="1" hangingPunct="1">
              <a:buFontTx/>
              <a:buNone/>
            </a:pPr>
            <a:r>
              <a:rPr lang="en-US" altLang="en-US" sz="2400" dirty="0"/>
              <a:t>CONs</a:t>
            </a:r>
          </a:p>
          <a:p>
            <a:pPr eaLnBrk="1" hangingPunct="1"/>
            <a:r>
              <a:rPr lang="en-US" altLang="en-US" sz="2400" dirty="0"/>
              <a:t>Requires additional space</a:t>
            </a:r>
          </a:p>
          <a:p>
            <a:pPr eaLnBrk="1" hangingPunct="1"/>
            <a:r>
              <a:rPr lang="en-US" altLang="en-US" sz="2400" dirty="0"/>
              <a:t>Increased overhead</a:t>
            </a:r>
          </a:p>
          <a:p>
            <a:pPr eaLnBrk="1" hangingPunct="1"/>
            <a:endParaRPr lang="en-US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DAB7E43-4CC3-FFEF-7A69-EFC7435082B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Data Control Language (DCL)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8D1B319-5532-6BF3-6A02-600727995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92075" tIns="46038" rIns="92075" bIns="46038">
            <a:normAutofit/>
          </a:bodyPr>
          <a:lstStyle/>
          <a:p>
            <a:pPr eaLnBrk="1" hangingPunct="1">
              <a:spcAft>
                <a:spcPct val="20000"/>
              </a:spcAft>
              <a:buFontTx/>
              <a:buNone/>
            </a:pPr>
            <a:r>
              <a:rPr lang="en-US" altLang="en-US" sz="2400" dirty="0"/>
              <a:t>Used to control database privileges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Grant</a:t>
            </a:r>
          </a:p>
          <a:p>
            <a:pPr lvl="1" eaLnBrk="1" hangingPunct="1">
              <a:spcAft>
                <a:spcPct val="20000"/>
              </a:spcAft>
            </a:pPr>
            <a:r>
              <a:rPr lang="en-US" altLang="en-US" sz="2400" dirty="0"/>
              <a:t>Revoke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itle 4">
            <a:extLst>
              <a:ext uri="{FF2B5EF4-FFF2-40B4-BE49-F238E27FC236}">
                <a16:creationId xmlns:a16="http://schemas.microsoft.com/office/drawing/2014/main" id="{C1223754-BBA9-5347-12EE-508C8AEF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DCL – Grant Privilege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C6E48837-90A3-F89A-4973-C6FD037CE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981200"/>
            <a:ext cx="7772400" cy="4876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en-US" sz="2400" dirty="0"/>
              <a:t>Use the Grant keywords and specify: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Privilege </a:t>
            </a:r>
          </a:p>
          <a:p>
            <a:pPr lvl="1" eaLnBrk="1" hangingPunct="1"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en-US" sz="2400" dirty="0"/>
              <a:t>	{all, select, insert, update, delete, index, alter} 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existing field name(s)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username</a:t>
            </a:r>
          </a:p>
          <a:p>
            <a:pPr lvl="1" eaLnBrk="1" hangingPunct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Grant all on employee to salmi;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Grant select on employee to public;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Grant select, insert, delete on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employee to </a:t>
            </a:r>
            <a:r>
              <a:rPr lang="en-US" altLang="en-US" sz="2400" dirty="0" err="1">
                <a:latin typeface="Courier New" panose="02070309020205020404" pitchFamily="49" charset="0"/>
              </a:rPr>
              <a:t>ahmad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itle 4">
            <a:extLst>
              <a:ext uri="{FF2B5EF4-FFF2-40B4-BE49-F238E27FC236}">
                <a16:creationId xmlns:a16="http://schemas.microsoft.com/office/drawing/2014/main" id="{07BED565-875D-68A8-B948-AB9394521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DCL – Revoke Privilege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48465D77-D6C9-8DC9-EDBD-9B2E9E136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1981200"/>
            <a:ext cx="7772400" cy="4876800"/>
          </a:xfrm>
        </p:spPr>
        <p:txBody>
          <a:bodyPr lIns="92075" tIns="46038" rIns="92075" bIns="46038"/>
          <a:lstStyle/>
          <a:p>
            <a:pPr eaLnBrk="1" hangingPunct="1">
              <a:buFontTx/>
              <a:buNone/>
            </a:pPr>
            <a:r>
              <a:rPr lang="en-US" altLang="en-US" sz="2400" dirty="0"/>
              <a:t>Use the Revoke keywords and specify: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Privilege </a:t>
            </a:r>
          </a:p>
          <a:p>
            <a:pPr lvl="1" eaLnBrk="1" hangingPunct="1">
              <a:spcBef>
                <a:spcPct val="0"/>
              </a:spcBef>
              <a:buFont typeface="Wingdings 2" panose="05020102010507070707" pitchFamily="18" charset="2"/>
              <a:buNone/>
            </a:pPr>
            <a:r>
              <a:rPr lang="en-US" altLang="en-US" sz="2400" dirty="0"/>
              <a:t>	{all, select, insert, update, delete, index, alter} 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existing field name(s)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username</a:t>
            </a:r>
          </a:p>
          <a:p>
            <a:pPr lvl="1" eaLnBrk="1" hangingPunct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Revoke all on employee from salmi;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Revoke select on employee from public;</a:t>
            </a:r>
          </a:p>
          <a:p>
            <a:pPr lvl="1" eaLnBrk="1" hangingPunct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Revoke update, delete on employee from</a:t>
            </a:r>
          </a:p>
          <a:p>
            <a:pPr lvl="1" eaLnBrk="1" hangingPunct="1">
              <a:buFontTx/>
              <a:buNone/>
            </a:pPr>
            <a:r>
              <a:rPr lang="en-US" altLang="en-US" sz="2400" dirty="0" err="1">
                <a:latin typeface="Courier New" panose="02070309020205020404" pitchFamily="49" charset="0"/>
              </a:rPr>
              <a:t>ahmad</a:t>
            </a:r>
            <a:r>
              <a:rPr lang="en-US" altLang="en-US" sz="2400" dirty="0">
                <a:latin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540</TotalTime>
  <Words>980</Words>
  <Application>Microsoft Office PowerPoint</Application>
  <PresentationFormat>On-screen Show (4:3)</PresentationFormat>
  <Paragraphs>167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Calibri Light</vt:lpstr>
      <vt:lpstr>Courier</vt:lpstr>
      <vt:lpstr>Courier New</vt:lpstr>
      <vt:lpstr>Garamond</vt:lpstr>
      <vt:lpstr>Wingdings 2</vt:lpstr>
      <vt:lpstr>Retrospect</vt:lpstr>
      <vt:lpstr>Bitmap Image</vt:lpstr>
      <vt:lpstr>Chapter 5 Data Definition Language</vt:lpstr>
      <vt:lpstr>Learning Objectives</vt:lpstr>
      <vt:lpstr>What is SQL?</vt:lpstr>
      <vt:lpstr>Data Definition Language (DDL)</vt:lpstr>
      <vt:lpstr>Data Control Language (DCL)</vt:lpstr>
      <vt:lpstr>Data Manipulation Language (DML)</vt:lpstr>
      <vt:lpstr>DDL - Creating a Table</vt:lpstr>
      <vt:lpstr>Example… </vt:lpstr>
      <vt:lpstr>Example… </vt:lpstr>
      <vt:lpstr>Table with Primary Key Only</vt:lpstr>
      <vt:lpstr>Table with Foreign Key</vt:lpstr>
      <vt:lpstr>Table with Compound Primary Key</vt:lpstr>
      <vt:lpstr>DDL – Altering table</vt:lpstr>
      <vt:lpstr>DDL - Removing a Table</vt:lpstr>
      <vt:lpstr>Indexes</vt:lpstr>
      <vt:lpstr>Indexes – Syntax</vt:lpstr>
      <vt:lpstr>Customer Table with Record Numbers Figure 4.10</vt:lpstr>
      <vt:lpstr>Customer Table Index on CustomerNum Figure 4.11</vt:lpstr>
      <vt:lpstr>Table Indexes on CreditLimit, RepNum Figure 4.12</vt:lpstr>
      <vt:lpstr>Indexes</vt:lpstr>
      <vt:lpstr>Data Control Language (DCL)</vt:lpstr>
      <vt:lpstr>DCL – Grant Privilege</vt:lpstr>
      <vt:lpstr>DCL – Revoke Privilege</vt:lpstr>
    </vt:vector>
  </TitlesOfParts>
  <Company>UPM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 Query Language</dc:title>
  <dc:creator>user</dc:creator>
  <cp:lastModifiedBy>HAZLINA BINTI HAMDAN</cp:lastModifiedBy>
  <cp:revision>21</cp:revision>
  <dcterms:created xsi:type="dcterms:W3CDTF">2010-08-10T02:43:09Z</dcterms:created>
  <dcterms:modified xsi:type="dcterms:W3CDTF">2025-05-12T02:07:47Z</dcterms:modified>
</cp:coreProperties>
</file>